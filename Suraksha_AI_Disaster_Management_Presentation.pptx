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6400" b="1">
                <a:solidFill>
                  <a:srgbClr val="A855F7"/>
                </a:solidFill>
                <a:latin typeface="Trebuchet MS"/>
              </a:defRPr>
            </a:pPr>
            <a:r>
              <a:t>SURAKSHA AI</a:t>
            </a:r>
          </a:p>
          <a:p>
            <a:pPr algn="ctr">
              <a:spcAft>
                <a:spcPts val="20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National Disaster Warning Portal with Automated Regional Language Alert Routing</a:t>
            </a:r>
          </a:p>
          <a:p>
            <a:pPr algn="ctr">
              <a:defRPr sz="1400" i="1">
                <a:solidFill>
                  <a:srgbClr val="94A3B8"/>
                </a:solidFill>
                <a:latin typeface="Arial"/>
              </a:defRPr>
            </a:pPr>
            <a:r>
              <a:t>Built with ReactJS, Tailwind CSS v4, Express, Node.js, and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1. Project Vision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Language barriers pose a significant challenge in disaster alerts, where timely communication is a matter of life and death.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Standard broadcasts in English or Hindi fail to warn rural populations in Southern India (Telangana, Tamil Nadu, Karnataka) effectively.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Suraksha AI bridges this gap with an intelligent localized emergency warning and routing network.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Provides crowdsourced disaster reporting alongside a controlled administrative portal for official review and alert broadcasting.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Integrates public translation APIs and Twilio to immediately route localized warning messages in regional languages.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2. Core Features: Public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Interactive Emergency Alert Feed: Displays only verified and published disaster bulletins categorized by severity levels.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Incident Reporting System: Citizens can submit warnings indicating title, description, location details, state, and district.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Optional Image Uploader: Allows attachable incident screenshots which compile into Base64 format and store in the database.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Dynamic Region Dropdowns: State-to-District filtering populated using custom datasets mapped for Indian regions.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SMS Alert Subscription: Public users can register their mobile numbers to automatically receive warning bulletins for their specific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3. Core Features: Administrative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Role-Based Access Control (RBAC): Restricted administrative login credentials to prevent unauthorized account creation.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Manually Audited Approval Queue: Official review of crowdsourced alerts with options to 'Verify &amp; Publish' or 'Reject'.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Direct Alert Dispatcher: Custom broadcast panel to type alerts in English, filter target states/districts, and send warnings.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Interactive Analytics Interface: Integrated visual charts monitoring severity distribution and subscriber volume statistics.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Live Terminal Simulator: Built-in console showing detailed routing information (sender, target, state, translation comparison, status).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4. Technical 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Frontend Architecture: React JS (single-page application) styled using Tailwind CSS v4 and Lucide-React icon packs.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Data Visualizations: Recharts library rendering bar graphs and pie charts for real-time statistical overviews in the dashboard.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Backend Framework: Node.js and Express REST API implementing route-level JWT (JSON Web Token) bearer authentication.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Database Integration: MongoDB Atlas (hosted replica-set) handled securely via Mongoose Object Document Mapper (ODM).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Integrations &amp; Gateways: Libre/MyMemory API for real-time translation and Twilio API Client for SMS transmission.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5. Dynamic Regional Routing Mappings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Targeted Broadcasts: The system scans the database for subscriber numbers located specifically in the disaster's region.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Automatic State-to-Language Mapping: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  - Telangana Subscribers  -&gt; Automatically mapped to Telugu (te)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  - Tamil Nadu Subscribers  -&gt; Automatically mapped to Tamil (ta)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  - Karnataka Subscribers   -&gt; Automatically mapped to Kannada (kn)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  - Delhi &amp; North India     -&gt; Automatically mapped to Hindi (hi)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This ensures alert relevance, reducing warning fatigue and dispatching warnings specifically to affected populations.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6. AI-Powered Translation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Translation Engine: Integrates MyMemory Translation API to convert input English warnings into Telugu, Tamil, Kannada, or Hindi.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Lightweight API Connection: Axios requests query the translator using dynamic language-pair query parameters (e.g. en|ta).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Asynchronous Processing: Concurrent execution of translations for different recipient targets to optimize delivery speeds.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Graceful Fallback: System defaults to the original English text in case of translation engine failure, ensuring alert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7. Alert Dispatcher &amp; Live Simulator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The server checks for Twilio credentials in the environment configuration (.env) on startup.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Production Mode: Sends physical SMS messages to verified regional subscribers via the Twilio SMS Gateway.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Mock Simulation Mode: Gracefully falls back to mock logs if Twilio keys are missing, avoiding application failure.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Broadcast Simulator Terminal: Interactive terminal in the dashboard showing original warning, translated text, target language, and recipient number.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8. Seeding &amp; 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Database Seeding: Automatically seeds a default administrator (admin@disaster.gov.in) and regional test numbers on start.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Backend Hosting: REST API deployed to Render Cloud Platform (https://ai-disaster-management-system-c4xm.onrender.com).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Frontend Connection: Client Axios instance configured with base URL targeting the production Render backend.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State Management: React Context (AuthContext) persisting token data securely via localStorage.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9. Project 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Saves Lives: Removes critical language delays in communicating emergency situations to rural communities.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Empowers Communities: Crowdsourced reports enable rapid emergency warnings before official teams arrive.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Future Scope: Implement AI-powered image analysis to confirm hazard severity from photos.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Interactive Voice Alerts (IVR): Add automated voice calls in regional languages for non-smartphone users.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Offline Capabilities: Support mesh network Bluetooth warnings in zones with cellular network collapse.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